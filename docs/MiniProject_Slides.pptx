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023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Pancreatic Cancer Prognosis using Clinical and Radiomic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D9B0"/>
                </a:solidFill>
              </a:rPr>
              <a:t>UE24CS352A Machine Learning - Mini-Project (Problem #6)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Team: Pratik Patil(PES2UG24CS372), Ruhika Kolla(PES2UG24CS908)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Pancreatic cancer is usually found late; prognosis guides treatment for borderline/locally advanced cases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Goal: predict patient survival risk from clinical, radiomic (MRI) and combined features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Key question: does radiomics add prognostic value beyond clinical data?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555555"/>
                </a:solidFill>
              </a:rPr>
              <a:t>Reference: A. Jamalian, Stanford CS229 (2020)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Original: 80 patients, 900 QIFP radiomic features + clinical data (Stanford, under NDA - not public)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Our data: synthetic cohort with the same structure (80 patients, 12 clinical, 900 radiomic features)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Right-censored survival: 57 events, median 336 days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Hidden Cox-style hazard gives the models real signal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Results show the pipeline works, not clinical findings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8518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Naive Bayes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pick high/low-risk day threshold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8518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SMOTE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augment high-risk minority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8518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Cox PH + L2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clinical / radiomic / combined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4630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8518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3A5F"/>
                </a:solidFill>
              </a:rPr>
              <a:t>Evaluate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4688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10-fold C-index, KM, log-rank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F3A5F"/>
                </a:solidFill>
              </a:rPr>
              <a:t>Improvement: SMOTE, scaling and feature filtering are fitted inside each training fold, so no leakage into held-out data.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68233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Python: lifelines, imbalanced-learn, scikit-learn, matplotlib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src/generate_data.py - synthetic cohort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src/pipeline.py - NB search, SMOTE, Cox, CV, KM, log-rank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src/demo.py - scores a patient (live demo)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Radiomic filter: drop features with 95% CI width on log(HR) &gt; 1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Penalizer 0.1, l1_ratio 0 (L2 only); L1 did not converge in the paper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219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10-fold C-index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Clinical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0.618 +/- 0.133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Radiomic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0.499 +/- 0.165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Clinical + Radiomic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162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0.654 +/- 0.142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Image 0" descr="/home/claude/proj/results/km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68880"/>
            <a:ext cx="3291840" cy="2240280"/>
          </a:xfrm>
          <a:prstGeom prst="rect">
            <a:avLst/>
          </a:prstGeom>
        </p:spPr>
      </p:pic>
      <p:pic>
        <p:nvPicPr>
          <p:cNvPr id="6" name="Image 1" descr="/home/claude/proj/results/cindex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468880"/>
            <a:ext cx="3291840" cy="2240280"/>
          </a:xfrm>
          <a:prstGeom prst="rect">
            <a:avLst/>
          </a:prstGeom>
        </p:spPr>
      </p:pic>
      <p:sp>
        <p:nvSpPr>
          <p:cNvPr id="4" name="Text 2"/>
          <p:cNvSpPr txBox="1"/>
          <p:nvPr/>
        </p:nvSpPr>
        <p:spPr>
          <a:xfrm>
            <a:off x="7315200" y="265176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Best NB threshold: 270 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Log-rank: 18.9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(in-sample)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Pipeline works end to end: NB threshold, SMOTE, Cox, risk groups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Clinical + radiomic (0.65) beat clinical alone (0.62), same direction as the paper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Radiomic-only is near chance: 150 correlated features vs ~70 training patients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Limits: synthetic data, tiny sample, large fold variance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555555"/>
                </a:solidFill>
              </a:rPr>
              <a:t>Next: real data, PCA/stronger regularisation, DeepSurv / DeepHit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411</Words>
  <Application>Microsoft Office PowerPoint</Application>
  <PresentationFormat>On-screen Show (16:9)</PresentationFormat>
  <Paragraphs>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Pancreatic Cancer Prognosis - ML Mini-Project</dc:title>
  <dc:subject>PptxGenJS Presentation</dc:subject>
  <dc:creator>PptxGenJS</dc:creator>
  <cp:lastModifiedBy>Pratik Patil</cp:lastModifiedBy>
  <cp:revision>2</cp:revision>
  <dcterms:created xsi:type="dcterms:W3CDTF">2026-10-06T08:05:23Z</dcterms:created>
  <dcterms:modified xsi:type="dcterms:W3CDTF">2026-10-06T08:15:17Z</dcterms:modified>
</cp:coreProperties>
</file>